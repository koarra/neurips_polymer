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sentence: repo is source of truth, wiki is the published copy anyone can edit, CI syncs both directions. Walk the two arrows: publish on merge (seconds), nightly sync-back as a reviewable MR. Why CI not mirroring: pull mirroring is paid-tier; CI does both directions free with review built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two habits change. Substantial work: repo via MR, same as code. Quick fixes: wiki UI is fine and encouraged — it comes back as an MR overnight. Close with the rule of thumb. Then next steps: sync-MR review owner, go-live date, token rotation.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as code, wiki for everyone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repository is the source of truth. The wiki is an auto-published copy anyone can edit. CI keeps both in sync.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97280" y="2011680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F1EFE8"/>
          </a:solidFill>
          <a:ln w="9525">
            <a:solidFill>
              <a:srgbClr val="5F5E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0116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+ team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via VS Code + merge requests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0" y="2011680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F1EFE8"/>
          </a:solidFill>
          <a:ln w="9525">
            <a:solidFill>
              <a:srgbClr val="5F5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20116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edits in the wiki UI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0" y="2880360"/>
            <a:ext cx="0" cy="41148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9418320" y="2880360"/>
            <a:ext cx="0" cy="41148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1097280" y="329184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E1F5EE"/>
          </a:solidFill>
          <a:ln w="15875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2918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repository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 — source of truth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0" y="329184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EEEDFE"/>
          </a:solidFill>
          <a:ln w="15875">
            <a:solidFill>
              <a:srgbClr val="534A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32918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GitLab wiki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Published, browsable, editable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89120" y="3703320"/>
            <a:ext cx="3383280" cy="0"/>
          </a:xfrm>
          <a:prstGeom prst="line">
            <a:avLst/>
          </a:prstGeom>
          <a:noFill/>
          <a:ln w="28575">
            <a:solidFill>
              <a:srgbClr val="0F6E56"/>
            </a:solidFill>
            <a:prstDash val="solid"/>
            <a:tailEnd type="arrow"/>
          </a:ln>
        </p:spPr>
      </p:sp>
      <p:sp>
        <p:nvSpPr>
          <p:cNvPr id="15" name="Text 13"/>
          <p:cNvSpPr/>
          <p:nvPr/>
        </p:nvSpPr>
        <p:spPr>
          <a:xfrm>
            <a:off x="4389120" y="3291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merge to main: publish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 flipH="1">
            <a:off x="7772400" y="4343400"/>
            <a:ext cx="3383280" cy="0"/>
          </a:xfrm>
          <a:prstGeom prst="line">
            <a:avLst/>
          </a:prstGeom>
          <a:noFill/>
          <a:ln w="28575">
            <a:solidFill>
              <a:srgbClr val="534AB7"/>
            </a:solidFill>
            <a:prstDash val="solid"/>
            <a:tailEnd type="arrow"/>
          </a:ln>
        </p:spPr>
      </p:sp>
      <p:sp>
        <p:nvSpPr>
          <p:cNvPr id="17" name="Text 15"/>
          <p:cNvSpPr/>
          <p:nvPr/>
        </p:nvSpPr>
        <p:spPr>
          <a:xfrm>
            <a:off x="4389120" y="4434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Nightly: UI edits return as a merge request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97280" y="5120640"/>
            <a:ext cx="996696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5120640"/>
            <a:ext cx="9418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GitLab CI — the sync engine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automated jobs. Repo wins on conflicts. Every change reviewed, wherever it was typed.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for you: two habits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5212080" cy="2834640"/>
          </a:xfrm>
          <a:prstGeom prst="roundRect">
            <a:avLst>
              <a:gd name="adj" fmla="val 3871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05840" y="2468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work happens in the repo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05840" y="29718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pages, rewrites, restructuring: branch, merge request, review, merge — exactly like code. Publishes to the wiki automatically on merge.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212080" cy="2834640"/>
          </a:xfrm>
          <a:prstGeom prst="roundRect">
            <a:avLst>
              <a:gd name="adj" fmla="val 3871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fixes are fine in the wiki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92240" y="29718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Typo, broken link, one-line clarification: edit the page right there. Your edit returns overnight as a merge request — still reviewed, still in history.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663440"/>
            <a:ext cx="10698480" cy="155448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846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5257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 edits reach the repo overnight, not instantly.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wins on conflicts — don't work on the same page in both places at once.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thumb: reading and spot-fixing → wiki. Writing → repo.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2026-07-15T06:49:56Z</dcterms:created>
  <dcterms:modified xsi:type="dcterms:W3CDTF">2026-07-15T06:49:56Z</dcterms:modified>
</cp:coreProperties>
</file>